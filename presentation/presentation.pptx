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70" r:id="rId6"/>
    <p:sldId id="267" r:id="rId7"/>
    <p:sldId id="268" r:id="rId8"/>
    <p:sldId id="269" r:id="rId9"/>
    <p:sldId id="260" r:id="rId10"/>
    <p:sldId id="261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2798-FACA-2A95-9F8A-026E714C03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165F88-A397-DF35-57B0-CE51F13594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C66359-BEC3-428D-310C-937154E33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7AB9E-FD0E-4B79-B05E-08B9DE1D36EB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AAAA9C-E697-E6A4-6A1A-212C5DB0B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3AA9B-B264-FC6F-18DD-5AB5BFFD3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E0DD1-6CCF-4B30-9355-9BBED8184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199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92E46-280B-C555-B1C5-CE3440299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1CF39-29D3-77BC-6369-F2CE1390D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5FE0CF-9E99-2B37-F4F2-2E8A5DA14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7AB9E-FD0E-4B79-B05E-08B9DE1D36EB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5FE418-9EE2-68F7-1BFB-5F953A187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FF72F-A429-CDC7-323C-8A58D7AA1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E0DD1-6CCF-4B30-9355-9BBED8184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031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70FF4-F5E6-70FE-90B7-A0FB76019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6E22F7-1BA7-07DF-3EBB-5EC46070F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59C52-775E-97E5-5D0D-2C222787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7AB9E-FD0E-4B79-B05E-08B9DE1D36EB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1C307-9A74-D769-4DFD-756492937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4A0D4F-3A0F-0A94-9589-274D5EC62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E0DD1-6CCF-4B30-9355-9BBED8184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36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01412-0D5F-6254-3D9E-79F72B920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FD5D0-4303-ED14-67E7-5F92D3C031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24F35B-CE43-69E1-67E0-9B7C3BE1F8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0715B3-F4F5-989E-A12B-4DAB8CB0D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7AB9E-FD0E-4B79-B05E-08B9DE1D36EB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51C7AD-9142-9009-776A-9A35D25EB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93BE72-870B-7E9E-97A8-869CCD498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E0DD1-6CCF-4B30-9355-9BBED8184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527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FF442-1BC1-68EE-879E-7BC989A01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A906C9-14A8-3997-7E57-05CA56CA91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A9F27F-D80E-66C5-4B5C-8C91FAD20A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60EF7D-8DDF-AB83-AD42-89FDAEF56C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2B663C-FC31-B961-7B2E-40FA36BE4C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1CA15C-DF0F-9544-9F08-4411CC8EE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7AB9E-FD0E-4B79-B05E-08B9DE1D36EB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17A996-0E81-0130-C172-9CF4314DD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E427D8-68A4-95A7-3DDF-C19A1274A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E0DD1-6CCF-4B30-9355-9BBED8184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107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C20EB-8B14-44E1-360C-B2AFACCA3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2F279C-9C88-7D80-E368-21E82C91E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7AB9E-FD0E-4B79-B05E-08B9DE1D36EB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90CA89-E5A8-68DA-73A8-1294C67EA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4C83F5-DB26-95FF-1D0A-863F1EF76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E0DD1-6CCF-4B30-9355-9BBED8184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080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FC6CB9-0A4D-B30D-DD23-CDDA9E9CD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7AB9E-FD0E-4B79-B05E-08B9DE1D36EB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EDFD75-868E-6D07-2D4B-06C13C95D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ABBDA9-C144-1A4B-F297-078F4BA12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E0DD1-6CCF-4B30-9355-9BBED8184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707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4D89E-7602-83EC-DDF5-9284CE2B9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4F020-3F20-D404-CE83-3D4A7F093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CCD410-E47D-0EEF-AA27-06CE5E89B7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6DBB47-4D6B-BB78-1716-91EF933A3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7AB9E-FD0E-4B79-B05E-08B9DE1D36EB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EADEED-0E3E-32BE-7909-960D7B9DD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FD4ECE-E846-B93C-EBB3-6E3716434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E0DD1-6CCF-4B30-9355-9BBED8184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743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60574-3E86-A9D7-AE75-B83AD460E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A33778-F62C-2202-EFF5-D903508216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AEEC41-A57F-1CB0-4B99-FA09430563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9865D5-1BB4-3B60-66C0-1429C9110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7AB9E-FD0E-4B79-B05E-08B9DE1D36EB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CCD940-27AB-B50F-2130-75D4761EF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66D0FB-B873-4C68-3DEA-15C74168F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E0DD1-6CCF-4B30-9355-9BBED8184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681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77276-428D-FC62-45B2-47B432FC8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09104D-12AB-71F0-2CC9-7A303BF912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11A6A-6EC0-F73B-C47A-4D4AD6464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7AB9E-FD0E-4B79-B05E-08B9DE1D36EB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4A7A5-1DB3-7575-6D65-9DC045207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E1760-2E83-93F2-54F8-7A6D2BE08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E0DD1-6CCF-4B30-9355-9BBED8184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421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6EB69D-1D75-3C75-CD7A-D2C3A6F161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91B437-9D6D-6EC3-3330-313A2AE95E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241BE9-1EB5-3660-3F0A-0D5DC5237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7AB9E-FD0E-4B79-B05E-08B9DE1D36EB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71927-3DCD-5C01-26B7-248B63C45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91AF2-BD34-868D-BF2B-6BA2B644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E0DD1-6CCF-4B30-9355-9BBED8184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195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5E4375-D592-7337-8528-1AD79BC05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40BF64-ADD2-049A-6892-5971ECA0D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32AD81-C430-CDD8-373D-B413B9B5BB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37AB9E-FD0E-4B79-B05E-08B9DE1D36EB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AD075-FEB1-95E5-DEC4-E3CEF344E1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6B45AB-5E93-059C-F3C4-A98E313E59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E0DD1-6CCF-4B30-9355-9BBED8184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730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C2355-0603-5EDA-918A-F10626FE77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effectLst/>
                <a:latin typeface="+mn-lt"/>
              </a:rPr>
              <a:t>Telecom Customer Churn Prediction &amp; Analysis</a:t>
            </a: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68244D-B240-890A-2855-2DD4B4F794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Shem Omondi</a:t>
            </a:r>
          </a:p>
        </p:txBody>
      </p:sp>
    </p:spTree>
    <p:extLst>
      <p:ext uri="{BB962C8B-B14F-4D97-AF65-F5344CB8AC3E}">
        <p14:creationId xmlns:p14="http://schemas.microsoft.com/office/powerpoint/2010/main" val="3488057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14ED74-25A6-05F8-21A3-550CB8849FC8}"/>
              </a:ext>
            </a:extLst>
          </p:cNvPr>
          <p:cNvSpPr txBox="1"/>
          <p:nvPr/>
        </p:nvSpPr>
        <p:spPr>
          <a:xfrm>
            <a:off x="923544" y="813138"/>
            <a:ext cx="9710928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dirty="0"/>
              <a:t>Business Problem</a:t>
            </a:r>
          </a:p>
          <a:p>
            <a:r>
              <a:rPr lang="en-US" sz="4000" dirty="0"/>
              <a:t>Overview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Customer churn is costly and retaining is cheaper than acquiring.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SyriaTel</a:t>
            </a:r>
            <a:r>
              <a:rPr lang="en-US" sz="2400" dirty="0"/>
              <a:t> needs to identify at‑risk customers before they leave.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Goal</a:t>
            </a:r>
            <a:r>
              <a:rPr lang="en-US" sz="2400" dirty="0"/>
              <a:t>: Predict churn risk and guide targeted retention campaigns by building models.</a:t>
            </a:r>
          </a:p>
        </p:txBody>
      </p:sp>
    </p:spTree>
    <p:extLst>
      <p:ext uri="{BB962C8B-B14F-4D97-AF65-F5344CB8AC3E}">
        <p14:creationId xmlns:p14="http://schemas.microsoft.com/office/powerpoint/2010/main" val="3355623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227522-C431-6D5D-140E-725B49EE301B}"/>
              </a:ext>
            </a:extLst>
          </p:cNvPr>
          <p:cNvSpPr txBox="1"/>
          <p:nvPr/>
        </p:nvSpPr>
        <p:spPr>
          <a:xfrm>
            <a:off x="1499616" y="719019"/>
            <a:ext cx="8321040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dirty="0"/>
              <a:t>Data understanding</a:t>
            </a:r>
          </a:p>
          <a:p>
            <a:r>
              <a:rPr lang="en-US" sz="2400" dirty="0"/>
              <a:t>Historical customer records of about 3,300 rows. </a:t>
            </a:r>
          </a:p>
          <a:p>
            <a:r>
              <a:rPr lang="en-US" sz="2400" dirty="0"/>
              <a:t>Some features included: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Customer demographics (state, area code).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Service plans (international plan, voicemail plan).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Usage patterns (day, evening, night, international minutes &amp; calls).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Customer service interactions (number of service calls).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Target variable: Churn (whether the customer left or stayed).</a:t>
            </a:r>
          </a:p>
        </p:txBody>
      </p:sp>
    </p:spTree>
    <p:extLst>
      <p:ext uri="{BB962C8B-B14F-4D97-AF65-F5344CB8AC3E}">
        <p14:creationId xmlns:p14="http://schemas.microsoft.com/office/powerpoint/2010/main" val="1836418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382C80-1FF4-1268-1096-2EDB2035A7E5}"/>
              </a:ext>
            </a:extLst>
          </p:cNvPr>
          <p:cNvSpPr txBox="1"/>
          <p:nvPr/>
        </p:nvSpPr>
        <p:spPr>
          <a:xfrm>
            <a:off x="1499616" y="719019"/>
            <a:ext cx="8321040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dirty="0"/>
              <a:t>Modeling</a:t>
            </a:r>
          </a:p>
          <a:p>
            <a:r>
              <a:rPr lang="en-US" sz="2400" dirty="0"/>
              <a:t>We built 3 models to try and capture the relationships In the dataset: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Logistic regression model which acts as a baseline for comparison.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Untuned decision tree classifier: decision trees capture nonlinear relationships better.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Tuned decision tree classifier: To reduce overfitting.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22812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2A7E82-224E-4961-5133-CE8E5B6AB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678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063BB1-0F10-57F9-C5A9-EA6522BF58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981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0CEE1F-EB6F-6042-8067-24B25E6681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618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5BFBA2-9173-B731-2A02-BB7C1AAF0E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547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3F83FD-C2A7-BFC9-A482-D538B5BAA3A3}"/>
              </a:ext>
            </a:extLst>
          </p:cNvPr>
          <p:cNvSpPr txBox="1"/>
          <p:nvPr/>
        </p:nvSpPr>
        <p:spPr>
          <a:xfrm>
            <a:off x="1499616" y="719019"/>
            <a:ext cx="8321040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dirty="0"/>
              <a:t>Model Evaluation</a:t>
            </a:r>
          </a:p>
          <a:p>
            <a:r>
              <a:rPr lang="en-US" sz="2400" dirty="0"/>
              <a:t>Results: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Logistic Regression: caught around 7 of 10 churners, but flagged many who did not churn as churners.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Decision Tree (untuned): moderate performance.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Tuned Decision Tree: best balance since it catches 3 of 4 churners, around 7 of 10 flagged are true churners.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6995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9B19A5B-95E5-5E79-CCA5-5934FA4D1DC9}"/>
              </a:ext>
            </a:extLst>
          </p:cNvPr>
          <p:cNvSpPr txBox="1"/>
          <p:nvPr/>
        </p:nvSpPr>
        <p:spPr>
          <a:xfrm>
            <a:off x="1499616" y="719019"/>
            <a:ext cx="832104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dirty="0"/>
              <a:t>Recommendations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Offer loyalty bundles to international plan users.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Improve customer support for repeated customer service callers.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Proactively recommend plans for heavy day users.</a:t>
            </a:r>
          </a:p>
        </p:txBody>
      </p:sp>
    </p:spTree>
    <p:extLst>
      <p:ext uri="{BB962C8B-B14F-4D97-AF65-F5344CB8AC3E}">
        <p14:creationId xmlns:p14="http://schemas.microsoft.com/office/powerpoint/2010/main" val="2645064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D70F5B-9A73-B8EB-D132-5345A3B7C9A7}"/>
              </a:ext>
            </a:extLst>
          </p:cNvPr>
          <p:cNvSpPr txBox="1"/>
          <p:nvPr/>
        </p:nvSpPr>
        <p:spPr>
          <a:xfrm>
            <a:off x="1499616" y="719019"/>
            <a:ext cx="832104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dirty="0"/>
              <a:t>Next Steps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Deploy the tuned decision model for operation.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Retrain the model with recent data to adjust to current markets.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058177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B261B-CEFC-D124-3641-FBDAC16FD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219323"/>
          </a:xfrm>
        </p:spPr>
        <p:txBody>
          <a:bodyPr>
            <a:normAutofit/>
          </a:bodyPr>
          <a:lstStyle/>
          <a:p>
            <a:pPr algn="ctr"/>
            <a:r>
              <a:rPr lang="en-US" sz="7200" b="1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447596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269</Words>
  <Application>Microsoft Office PowerPoint</Application>
  <PresentationFormat>Widescreen</PresentationFormat>
  <Paragraphs>33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Consolas</vt:lpstr>
      <vt:lpstr>Office Theme</vt:lpstr>
      <vt:lpstr>Telecom Customer Churn Prediction &amp; Analysis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Telecom Customer Churn Prediction &amp; Analysis </dc:title>
  <dc:creator>baller alert</dc:creator>
  <cp:lastModifiedBy>baller alert</cp:lastModifiedBy>
  <cp:revision>6</cp:revision>
  <dcterms:created xsi:type="dcterms:W3CDTF">2025-12-18T13:58:59Z</dcterms:created>
  <dcterms:modified xsi:type="dcterms:W3CDTF">2025-12-19T08:59:13Z</dcterms:modified>
</cp:coreProperties>
</file>